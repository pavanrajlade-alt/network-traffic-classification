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8" r:id="rId6"/>
    <p:sldId id="263" r:id="rId7"/>
    <p:sldId id="264" r:id="rId8"/>
    <p:sldId id="265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856AC7-004A-410E-A61D-07E3EE3CAEB7}">
          <p14:sldIdLst>
            <p14:sldId id="256"/>
            <p14:sldId id="257"/>
            <p14:sldId id="258"/>
            <p14:sldId id="260"/>
            <p14:sldId id="268"/>
            <p14:sldId id="263"/>
            <p14:sldId id="264"/>
            <p14:sldId id="265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348B3-8F99-45B6-A0D5-372E0CC6B75D}" v="65" dt="2026-01-01T19:10:09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83" d="100"/>
          <a:sy n="83" d="100"/>
        </p:scale>
        <p:origin x="2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lade" userId="46f00533e237212e" providerId="LiveId" clId="{0A2444AE-7041-4093-9E27-311D6F89C555}"/>
    <pc:docChg chg="undo redo custSel addSld delSld modSld sldOrd modSection">
      <pc:chgData name="pavan lade" userId="46f00533e237212e" providerId="LiveId" clId="{0A2444AE-7041-4093-9E27-311D6F89C555}" dt="2026-01-01T19:12:43.257" v="646" actId="14861"/>
      <pc:docMkLst>
        <pc:docMk/>
      </pc:docMkLst>
      <pc:sldChg chg="addSp modSp mod">
        <pc:chgData name="pavan lade" userId="46f00533e237212e" providerId="LiveId" clId="{0A2444AE-7041-4093-9E27-311D6F89C555}" dt="2026-01-01T16:07:05.200" v="24" actId="14100"/>
        <pc:sldMkLst>
          <pc:docMk/>
          <pc:sldMk cId="2908629876" sldId="258"/>
        </pc:sldMkLst>
        <pc:spChg chg="mod">
          <ac:chgData name="pavan lade" userId="46f00533e237212e" providerId="LiveId" clId="{0A2444AE-7041-4093-9E27-311D6F89C555}" dt="2026-01-01T16:07:05.200" v="24" actId="14100"/>
          <ac:spMkLst>
            <pc:docMk/>
            <pc:sldMk cId="2908629876" sldId="258"/>
            <ac:spMk id="2" creationId="{C378AC12-7696-6015-28A7-6895E1E95C73}"/>
          </ac:spMkLst>
        </pc:spChg>
        <pc:spChg chg="mod">
          <ac:chgData name="pavan lade" userId="46f00533e237212e" providerId="LiveId" clId="{0A2444AE-7041-4093-9E27-311D6F89C555}" dt="2026-01-01T16:06:00.108" v="12" actId="1076"/>
          <ac:spMkLst>
            <pc:docMk/>
            <pc:sldMk cId="2908629876" sldId="258"/>
            <ac:spMk id="3" creationId="{6C115F24-4E02-6E84-C1A3-E4C2F584271D}"/>
          </ac:spMkLst>
        </pc:spChg>
        <pc:spChg chg="add mod">
          <ac:chgData name="pavan lade" userId="46f00533e237212e" providerId="LiveId" clId="{0A2444AE-7041-4093-9E27-311D6F89C555}" dt="2026-01-01T16:06:20.447" v="15" actId="1076"/>
          <ac:spMkLst>
            <pc:docMk/>
            <pc:sldMk cId="2908629876" sldId="258"/>
            <ac:spMk id="4" creationId="{CFC54BA8-C800-E6C0-AA69-3811A2ECEDB7}"/>
          </ac:spMkLst>
        </pc:spChg>
      </pc:sldChg>
      <pc:sldChg chg="modSp del mod">
        <pc:chgData name="pavan lade" userId="46f00533e237212e" providerId="LiveId" clId="{0A2444AE-7041-4093-9E27-311D6F89C555}" dt="2026-01-01T16:07:17.723" v="25" actId="2696"/>
        <pc:sldMkLst>
          <pc:docMk/>
          <pc:sldMk cId="3311844619" sldId="259"/>
        </pc:sldMkLst>
        <pc:spChg chg="mod">
          <ac:chgData name="pavan lade" userId="46f00533e237212e" providerId="LiveId" clId="{0A2444AE-7041-4093-9E27-311D6F89C555}" dt="2026-01-01T16:05:41.920" v="8" actId="14100"/>
          <ac:spMkLst>
            <pc:docMk/>
            <pc:sldMk cId="3311844619" sldId="259"/>
            <ac:spMk id="3" creationId="{6FDD1AEE-F799-EFF7-B2F4-F040FFBBC34F}"/>
          </ac:spMkLst>
        </pc:spChg>
      </pc:sldChg>
      <pc:sldChg chg="addSp modSp mod ord">
        <pc:chgData name="pavan lade" userId="46f00533e237212e" providerId="LiveId" clId="{0A2444AE-7041-4093-9E27-311D6F89C555}" dt="2026-01-01T18:49:24.844" v="454" actId="207"/>
        <pc:sldMkLst>
          <pc:docMk/>
          <pc:sldMk cId="780833823" sldId="260"/>
        </pc:sldMkLst>
        <pc:spChg chg="mod">
          <ac:chgData name="pavan lade" userId="46f00533e237212e" providerId="LiveId" clId="{0A2444AE-7041-4093-9E27-311D6F89C555}" dt="2026-01-01T16:07:47.133" v="32" actId="14100"/>
          <ac:spMkLst>
            <pc:docMk/>
            <pc:sldMk cId="780833823" sldId="260"/>
            <ac:spMk id="2" creationId="{E3D94101-2A1A-A31B-9150-0D0C816A961B}"/>
          </ac:spMkLst>
        </pc:spChg>
        <pc:spChg chg="mod">
          <ac:chgData name="pavan lade" userId="46f00533e237212e" providerId="LiveId" clId="{0A2444AE-7041-4093-9E27-311D6F89C555}" dt="2026-01-01T18:49:24.844" v="454" actId="207"/>
          <ac:spMkLst>
            <pc:docMk/>
            <pc:sldMk cId="780833823" sldId="260"/>
            <ac:spMk id="3" creationId="{2EF8926F-5C76-3B35-3B70-47C5E06A12E1}"/>
          </ac:spMkLst>
        </pc:spChg>
        <pc:spChg chg="add mod">
          <ac:chgData name="pavan lade" userId="46f00533e237212e" providerId="LiveId" clId="{0A2444AE-7041-4093-9E27-311D6F89C555}" dt="2026-01-01T16:05:06.632" v="7" actId="27636"/>
          <ac:spMkLst>
            <pc:docMk/>
            <pc:sldMk cId="780833823" sldId="260"/>
            <ac:spMk id="4" creationId="{1F7199B7-A5C0-4BEE-B56A-6C4AA48803B2}"/>
          </ac:spMkLst>
        </pc:spChg>
      </pc:sldChg>
      <pc:sldChg chg="del">
        <pc:chgData name="pavan lade" userId="46f00533e237212e" providerId="LiveId" clId="{0A2444AE-7041-4093-9E27-311D6F89C555}" dt="2026-01-01T16:07:54.663" v="33" actId="2696"/>
        <pc:sldMkLst>
          <pc:docMk/>
          <pc:sldMk cId="3458786872" sldId="262"/>
        </pc:sldMkLst>
      </pc:sldChg>
      <pc:sldChg chg="addSp delSp modSp mod">
        <pc:chgData name="pavan lade" userId="46f00533e237212e" providerId="LiveId" clId="{0A2444AE-7041-4093-9E27-311D6F89C555}" dt="2026-01-01T18:25:30.842" v="227" actId="14100"/>
        <pc:sldMkLst>
          <pc:docMk/>
          <pc:sldMk cId="2873094493" sldId="263"/>
        </pc:sldMkLst>
        <pc:spChg chg="mod">
          <ac:chgData name="pavan lade" userId="46f00533e237212e" providerId="LiveId" clId="{0A2444AE-7041-4093-9E27-311D6F89C555}" dt="2026-01-01T16:31:42.875" v="150" actId="20577"/>
          <ac:spMkLst>
            <pc:docMk/>
            <pc:sldMk cId="2873094493" sldId="263"/>
            <ac:spMk id="4" creationId="{3D321947-8AAC-21EB-363B-B0328AB805C6}"/>
          </ac:spMkLst>
        </pc:spChg>
        <pc:picChg chg="add mod">
          <ac:chgData name="pavan lade" userId="46f00533e237212e" providerId="LiveId" clId="{0A2444AE-7041-4093-9E27-311D6F89C555}" dt="2026-01-01T16:45:00.214" v="186" actId="1076"/>
          <ac:picMkLst>
            <pc:docMk/>
            <pc:sldMk cId="2873094493" sldId="263"/>
            <ac:picMk id="5" creationId="{AA327CD4-2338-41F3-48D3-F1138A794630}"/>
          </ac:picMkLst>
        </pc:picChg>
        <pc:picChg chg="add mod">
          <ac:chgData name="pavan lade" userId="46f00533e237212e" providerId="LiveId" clId="{0A2444AE-7041-4093-9E27-311D6F89C555}" dt="2026-01-01T16:44:56.849" v="185" actId="1076"/>
          <ac:picMkLst>
            <pc:docMk/>
            <pc:sldMk cId="2873094493" sldId="263"/>
            <ac:picMk id="7" creationId="{06FD27C8-FC9F-D76E-7536-779C0AE57E4F}"/>
          </ac:picMkLst>
        </pc:picChg>
        <pc:picChg chg="add del mod">
          <ac:chgData name="pavan lade" userId="46f00533e237212e" providerId="LiveId" clId="{0A2444AE-7041-4093-9E27-311D6F89C555}" dt="2026-01-01T16:30:49.666" v="131" actId="478"/>
          <ac:picMkLst>
            <pc:docMk/>
            <pc:sldMk cId="2873094493" sldId="263"/>
            <ac:picMk id="9" creationId="{88B4932E-FEAA-BB64-9BA6-D80CD74579A3}"/>
          </ac:picMkLst>
        </pc:picChg>
        <pc:picChg chg="add mod">
          <ac:chgData name="pavan lade" userId="46f00533e237212e" providerId="LiveId" clId="{0A2444AE-7041-4093-9E27-311D6F89C555}" dt="2026-01-01T16:44:53.476" v="184" actId="1076"/>
          <ac:picMkLst>
            <pc:docMk/>
            <pc:sldMk cId="2873094493" sldId="263"/>
            <ac:picMk id="13" creationId="{DE702539-7531-F86F-17AB-4FDF4E4ABC0A}"/>
          </ac:picMkLst>
        </pc:picChg>
        <pc:picChg chg="add mod">
          <ac:chgData name="pavan lade" userId="46f00533e237212e" providerId="LiveId" clId="{0A2444AE-7041-4093-9E27-311D6F89C555}" dt="2026-01-01T16:44:46.483" v="182" actId="1076"/>
          <ac:picMkLst>
            <pc:docMk/>
            <pc:sldMk cId="2873094493" sldId="263"/>
            <ac:picMk id="15" creationId="{DCAFD013-031B-C125-453D-7161801EAA57}"/>
          </ac:picMkLst>
        </pc:picChg>
        <pc:picChg chg="add mod">
          <ac:chgData name="pavan lade" userId="46f00533e237212e" providerId="LiveId" clId="{0A2444AE-7041-4093-9E27-311D6F89C555}" dt="2026-01-01T18:25:26.401" v="226" actId="1076"/>
          <ac:picMkLst>
            <pc:docMk/>
            <pc:sldMk cId="2873094493" sldId="263"/>
            <ac:picMk id="17" creationId="{E41A8A54-DE6C-9FCF-2A87-0A767F58BADF}"/>
          </ac:picMkLst>
        </pc:picChg>
        <pc:picChg chg="add del mod">
          <ac:chgData name="pavan lade" userId="46f00533e237212e" providerId="LiveId" clId="{0A2444AE-7041-4093-9E27-311D6F89C555}" dt="2026-01-01T16:44:11.086" v="178" actId="478"/>
          <ac:picMkLst>
            <pc:docMk/>
            <pc:sldMk cId="2873094493" sldId="263"/>
            <ac:picMk id="19" creationId="{B0D97988-2C24-865E-8CB4-ED73A83A0F95}"/>
          </ac:picMkLst>
        </pc:picChg>
        <pc:picChg chg="add del mod">
          <ac:chgData name="pavan lade" userId="46f00533e237212e" providerId="LiveId" clId="{0A2444AE-7041-4093-9E27-311D6F89C555}" dt="2026-01-01T16:47:22.352" v="189" actId="478"/>
          <ac:picMkLst>
            <pc:docMk/>
            <pc:sldMk cId="2873094493" sldId="263"/>
            <ac:picMk id="21" creationId="{DE51C985-108B-D4CC-2F29-AAE4A92DF6FE}"/>
          </ac:picMkLst>
        </pc:picChg>
        <pc:picChg chg="add mod">
          <ac:chgData name="pavan lade" userId="46f00533e237212e" providerId="LiveId" clId="{0A2444AE-7041-4093-9E27-311D6F89C555}" dt="2026-01-01T18:25:07.968" v="225" actId="14100"/>
          <ac:picMkLst>
            <pc:docMk/>
            <pc:sldMk cId="2873094493" sldId="263"/>
            <ac:picMk id="23" creationId="{5279D410-E064-FAB4-1754-531714B7EF25}"/>
          </ac:picMkLst>
        </pc:picChg>
        <pc:picChg chg="add mod">
          <ac:chgData name="pavan lade" userId="46f00533e237212e" providerId="LiveId" clId="{0A2444AE-7041-4093-9E27-311D6F89C555}" dt="2026-01-01T18:25:30.842" v="227" actId="14100"/>
          <ac:picMkLst>
            <pc:docMk/>
            <pc:sldMk cId="2873094493" sldId="263"/>
            <ac:picMk id="24" creationId="{C74FA894-7CB9-4147-9B2F-C9B418615E57}"/>
          </ac:picMkLst>
        </pc:picChg>
        <pc:cxnChg chg="add del mod">
          <ac:chgData name="pavan lade" userId="46f00533e237212e" providerId="LiveId" clId="{0A2444AE-7041-4093-9E27-311D6F89C555}" dt="2026-01-01T16:30:47.918" v="130" actId="478"/>
          <ac:cxnSpMkLst>
            <pc:docMk/>
            <pc:sldMk cId="2873094493" sldId="263"/>
            <ac:cxnSpMk id="11" creationId="{E07FD022-0963-C90B-5FEF-2D24BA6DBAA2}"/>
          </ac:cxnSpMkLst>
        </pc:cxnChg>
      </pc:sldChg>
      <pc:sldChg chg="addSp delSp modSp new mod">
        <pc:chgData name="pavan lade" userId="46f00533e237212e" providerId="LiveId" clId="{0A2444AE-7041-4093-9E27-311D6F89C555}" dt="2026-01-01T18:34:15.035" v="329" actId="14100"/>
        <pc:sldMkLst>
          <pc:docMk/>
          <pc:sldMk cId="3285460382" sldId="264"/>
        </pc:sldMkLst>
        <pc:spChg chg="mod">
          <ac:chgData name="pavan lade" userId="46f00533e237212e" providerId="LiveId" clId="{0A2444AE-7041-4093-9E27-311D6F89C555}" dt="2026-01-01T18:34:15.035" v="329" actId="14100"/>
          <ac:spMkLst>
            <pc:docMk/>
            <pc:sldMk cId="3285460382" sldId="264"/>
            <ac:spMk id="2" creationId="{0EA8F3B3-C6A7-A38E-14AF-AE9FC41F0EF6}"/>
          </ac:spMkLst>
        </pc:spChg>
        <pc:spChg chg="del mod">
          <ac:chgData name="pavan lade" userId="46f00533e237212e" providerId="LiveId" clId="{0A2444AE-7041-4093-9E27-311D6F89C555}" dt="2026-01-01T18:22:07.907" v="211" actId="22"/>
          <ac:spMkLst>
            <pc:docMk/>
            <pc:sldMk cId="3285460382" sldId="264"/>
            <ac:spMk id="3" creationId="{219EB176-F480-C222-473F-59E8B830F05C}"/>
          </ac:spMkLst>
        </pc:spChg>
        <pc:spChg chg="add del mod">
          <ac:chgData name="pavan lade" userId="46f00533e237212e" providerId="LiveId" clId="{0A2444AE-7041-4093-9E27-311D6F89C555}" dt="2026-01-01T18:28:07.604" v="271" actId="22"/>
          <ac:spMkLst>
            <pc:docMk/>
            <pc:sldMk cId="3285460382" sldId="264"/>
            <ac:spMk id="9" creationId="{7F1CB2C5-B6E8-EBC5-DDDD-8D1FB4ACF698}"/>
          </ac:spMkLst>
        </pc:spChg>
        <pc:picChg chg="add del mod ord">
          <ac:chgData name="pavan lade" userId="46f00533e237212e" providerId="LiveId" clId="{0A2444AE-7041-4093-9E27-311D6F89C555}" dt="2026-01-01T18:25:45.124" v="228" actId="478"/>
          <ac:picMkLst>
            <pc:docMk/>
            <pc:sldMk cId="3285460382" sldId="264"/>
            <ac:picMk id="5" creationId="{C284E2BE-EE06-A0B6-C501-C40D989A18CA}"/>
          </ac:picMkLst>
        </pc:picChg>
        <pc:picChg chg="add del mod">
          <ac:chgData name="pavan lade" userId="46f00533e237212e" providerId="LiveId" clId="{0A2444AE-7041-4093-9E27-311D6F89C555}" dt="2026-01-01T18:27:24.728" v="260" actId="21"/>
          <ac:picMkLst>
            <pc:docMk/>
            <pc:sldMk cId="3285460382" sldId="264"/>
            <ac:picMk id="7" creationId="{F468E9F2-222D-7611-93E2-7C8ED6BF543B}"/>
          </ac:picMkLst>
        </pc:picChg>
        <pc:picChg chg="add mod">
          <ac:chgData name="pavan lade" userId="46f00533e237212e" providerId="LiveId" clId="{0A2444AE-7041-4093-9E27-311D6F89C555}" dt="2026-01-01T18:27:39.136" v="266"/>
          <ac:picMkLst>
            <pc:docMk/>
            <pc:sldMk cId="3285460382" sldId="264"/>
            <ac:picMk id="10" creationId="{F468E9F2-222D-7611-93E2-7C8ED6BF543B}"/>
          </ac:picMkLst>
        </pc:picChg>
        <pc:picChg chg="add mod">
          <ac:chgData name="pavan lade" userId="46f00533e237212e" providerId="LiveId" clId="{0A2444AE-7041-4093-9E27-311D6F89C555}" dt="2026-01-01T18:27:50.204" v="270"/>
          <ac:picMkLst>
            <pc:docMk/>
            <pc:sldMk cId="3285460382" sldId="264"/>
            <ac:picMk id="11" creationId="{C515ADC8-A327-425A-D7C9-2CBAEAC53278}"/>
          </ac:picMkLst>
        </pc:picChg>
        <pc:picChg chg="add mod ord">
          <ac:chgData name="pavan lade" userId="46f00533e237212e" providerId="LiveId" clId="{0A2444AE-7041-4093-9E27-311D6F89C555}" dt="2026-01-01T18:32:38.700" v="297" actId="14100"/>
          <ac:picMkLst>
            <pc:docMk/>
            <pc:sldMk cId="3285460382" sldId="264"/>
            <ac:picMk id="13" creationId="{E98DB578-89FE-EFD2-1B7E-DCEACA83F84A}"/>
          </ac:picMkLst>
        </pc:picChg>
        <pc:picChg chg="add mod">
          <ac:chgData name="pavan lade" userId="46f00533e237212e" providerId="LiveId" clId="{0A2444AE-7041-4093-9E27-311D6F89C555}" dt="2026-01-01T18:33:00.173" v="302" actId="14100"/>
          <ac:picMkLst>
            <pc:docMk/>
            <pc:sldMk cId="3285460382" sldId="264"/>
            <ac:picMk id="15" creationId="{A7718EC5-9353-BC88-3367-15FA13335FCF}"/>
          </ac:picMkLst>
        </pc:picChg>
        <pc:picChg chg="add mod">
          <ac:chgData name="pavan lade" userId="46f00533e237212e" providerId="LiveId" clId="{0A2444AE-7041-4093-9E27-311D6F89C555}" dt="2026-01-01T18:33:31.519" v="308" actId="1076"/>
          <ac:picMkLst>
            <pc:docMk/>
            <pc:sldMk cId="3285460382" sldId="264"/>
            <ac:picMk id="17" creationId="{649460D7-3A0B-A33C-606B-168FBE1FE57D}"/>
          </ac:picMkLst>
        </pc:picChg>
      </pc:sldChg>
      <pc:sldChg chg="del">
        <pc:chgData name="pavan lade" userId="46f00533e237212e" providerId="LiveId" clId="{0A2444AE-7041-4093-9E27-311D6F89C555}" dt="2026-01-01T16:08:03.517" v="34" actId="2696"/>
        <pc:sldMkLst>
          <pc:docMk/>
          <pc:sldMk cId="4228818972" sldId="264"/>
        </pc:sldMkLst>
      </pc:sldChg>
      <pc:sldChg chg="addSp delSp modSp new mod">
        <pc:chgData name="pavan lade" userId="46f00533e237212e" providerId="LiveId" clId="{0A2444AE-7041-4093-9E27-311D6F89C555}" dt="2026-01-01T18:38:07.481" v="394" actId="14100"/>
        <pc:sldMkLst>
          <pc:docMk/>
          <pc:sldMk cId="4205668757" sldId="265"/>
        </pc:sldMkLst>
        <pc:spChg chg="mod">
          <ac:chgData name="pavan lade" userId="46f00533e237212e" providerId="LiveId" clId="{0A2444AE-7041-4093-9E27-311D6F89C555}" dt="2026-01-01T18:38:07.481" v="394" actId="14100"/>
          <ac:spMkLst>
            <pc:docMk/>
            <pc:sldMk cId="4205668757" sldId="265"/>
            <ac:spMk id="2" creationId="{DB604323-F8F7-9FFE-997E-03B9976D29DC}"/>
          </ac:spMkLst>
        </pc:spChg>
        <pc:spChg chg="del mod">
          <ac:chgData name="pavan lade" userId="46f00533e237212e" providerId="LiveId" clId="{0A2444AE-7041-4093-9E27-311D6F89C555}" dt="2026-01-01T18:36:53.280" v="383" actId="22"/>
          <ac:spMkLst>
            <pc:docMk/>
            <pc:sldMk cId="4205668757" sldId="265"/>
            <ac:spMk id="3" creationId="{E3560423-9D77-705B-55D6-13C2CF61BFB9}"/>
          </ac:spMkLst>
        </pc:spChg>
        <pc:picChg chg="add mod ord">
          <ac:chgData name="pavan lade" userId="46f00533e237212e" providerId="LiveId" clId="{0A2444AE-7041-4093-9E27-311D6F89C555}" dt="2026-01-01T18:37:15.440" v="387" actId="14100"/>
          <ac:picMkLst>
            <pc:docMk/>
            <pc:sldMk cId="4205668757" sldId="265"/>
            <ac:picMk id="5" creationId="{EB7D6E72-E562-0E66-7E67-EAB5CC1D9DD7}"/>
          </ac:picMkLst>
        </pc:picChg>
        <pc:picChg chg="add mod">
          <ac:chgData name="pavan lade" userId="46f00533e237212e" providerId="LiveId" clId="{0A2444AE-7041-4093-9E27-311D6F89C555}" dt="2026-01-01T18:37:56.662" v="393" actId="14100"/>
          <ac:picMkLst>
            <pc:docMk/>
            <pc:sldMk cId="4205668757" sldId="265"/>
            <ac:picMk id="7" creationId="{EF3B779D-5180-9667-97B4-AAD4247FB131}"/>
          </ac:picMkLst>
        </pc:picChg>
      </pc:sldChg>
      <pc:sldChg chg="addSp delSp modSp new del mod">
        <pc:chgData name="pavan lade" userId="46f00533e237212e" providerId="LiveId" clId="{0A2444AE-7041-4093-9E27-311D6F89C555}" dt="2026-01-01T19:08:11.430" v="599" actId="47"/>
        <pc:sldMkLst>
          <pc:docMk/>
          <pc:sldMk cId="3403165085" sldId="266"/>
        </pc:sldMkLst>
        <pc:spChg chg="mod">
          <ac:chgData name="pavan lade" userId="46f00533e237212e" providerId="LiveId" clId="{0A2444AE-7041-4093-9E27-311D6F89C555}" dt="2026-01-01T19:01:31.732" v="561" actId="27636"/>
          <ac:spMkLst>
            <pc:docMk/>
            <pc:sldMk cId="3403165085" sldId="266"/>
            <ac:spMk id="2" creationId="{370F3AC3-9BF3-2D89-12C2-4320C0558419}"/>
          </ac:spMkLst>
        </pc:spChg>
        <pc:spChg chg="del mod">
          <ac:chgData name="pavan lade" userId="46f00533e237212e" providerId="LiveId" clId="{0A2444AE-7041-4093-9E27-311D6F89C555}" dt="2026-01-01T18:54:23.390" v="510"/>
          <ac:spMkLst>
            <pc:docMk/>
            <pc:sldMk cId="3403165085" sldId="266"/>
            <ac:spMk id="3" creationId="{AE2AF89A-325A-B1B6-6A9C-D6FB22A006C3}"/>
          </ac:spMkLst>
        </pc:spChg>
        <pc:spChg chg="add del mod">
          <ac:chgData name="pavan lade" userId="46f00533e237212e" providerId="LiveId" clId="{0A2444AE-7041-4093-9E27-311D6F89C555}" dt="2026-01-01T19:04:43.178" v="582"/>
          <ac:spMkLst>
            <pc:docMk/>
            <pc:sldMk cId="3403165085" sldId="266"/>
            <ac:spMk id="4" creationId="{C582622D-1B57-CDA0-A6EF-FC3181176148}"/>
          </ac:spMkLst>
        </pc:spChg>
        <pc:spChg chg="add mod">
          <ac:chgData name="pavan lade" userId="46f00533e237212e" providerId="LiveId" clId="{0A2444AE-7041-4093-9E27-311D6F89C555}" dt="2026-01-01T19:05:04.293" v="584" actId="21"/>
          <ac:spMkLst>
            <pc:docMk/>
            <pc:sldMk cId="3403165085" sldId="266"/>
            <ac:spMk id="5" creationId="{99EAACD4-31CC-883F-857D-91F30AB67D3D}"/>
          </ac:spMkLst>
        </pc:spChg>
      </pc:sldChg>
      <pc:sldChg chg="new del">
        <pc:chgData name="pavan lade" userId="46f00533e237212e" providerId="LiveId" clId="{0A2444AE-7041-4093-9E27-311D6F89C555}" dt="2026-01-01T18:44:02.860" v="402" actId="47"/>
        <pc:sldMkLst>
          <pc:docMk/>
          <pc:sldMk cId="1409528212" sldId="267"/>
        </pc:sldMkLst>
      </pc:sldChg>
      <pc:sldChg chg="addSp delSp modSp add mod">
        <pc:chgData name="pavan lade" userId="46f00533e237212e" providerId="LiveId" clId="{0A2444AE-7041-4093-9E27-311D6F89C555}" dt="2026-01-01T18:52:29.047" v="490" actId="1076"/>
        <pc:sldMkLst>
          <pc:docMk/>
          <pc:sldMk cId="2446682985" sldId="268"/>
        </pc:sldMkLst>
        <pc:spChg chg="mod">
          <ac:chgData name="pavan lade" userId="46f00533e237212e" providerId="LiveId" clId="{0A2444AE-7041-4093-9E27-311D6F89C555}" dt="2026-01-01T18:52:18.748" v="488" actId="115"/>
          <ac:spMkLst>
            <pc:docMk/>
            <pc:sldMk cId="2446682985" sldId="268"/>
            <ac:spMk id="10" creationId="{60A4D988-E345-6E05-CA6D-9A7E44D824B9}"/>
          </ac:spMkLst>
        </pc:spChg>
        <pc:spChg chg="del mod">
          <ac:chgData name="pavan lade" userId="46f00533e237212e" providerId="LiveId" clId="{0A2444AE-7041-4093-9E27-311D6F89C555}" dt="2026-01-01T18:45:50.803" v="434"/>
          <ac:spMkLst>
            <pc:docMk/>
            <pc:sldMk cId="2446682985" sldId="268"/>
            <ac:spMk id="11" creationId="{DF06B85B-6F6B-61C0-4697-B7E0CDFCEE56}"/>
          </ac:spMkLst>
        </pc:spChg>
        <pc:picChg chg="add mod">
          <ac:chgData name="pavan lade" userId="46f00533e237212e" providerId="LiveId" clId="{0A2444AE-7041-4093-9E27-311D6F89C555}" dt="2026-01-01T18:52:26.500" v="489" actId="1076"/>
          <ac:picMkLst>
            <pc:docMk/>
            <pc:sldMk cId="2446682985" sldId="268"/>
            <ac:picMk id="1026" creationId="{DF141836-3C55-5633-AA66-47816AA4DB26}"/>
          </ac:picMkLst>
        </pc:picChg>
        <pc:picChg chg="add mod">
          <ac:chgData name="pavan lade" userId="46f00533e237212e" providerId="LiveId" clId="{0A2444AE-7041-4093-9E27-311D6F89C555}" dt="2026-01-01T18:52:29.047" v="490" actId="1076"/>
          <ac:picMkLst>
            <pc:docMk/>
            <pc:sldMk cId="2446682985" sldId="268"/>
            <ac:picMk id="1028" creationId="{DFDA072D-9478-A9E0-2ABA-55D57F268139}"/>
          </ac:picMkLst>
        </pc:picChg>
      </pc:sldChg>
      <pc:sldChg chg="addSp modSp new mod">
        <pc:chgData name="pavan lade" userId="46f00533e237212e" providerId="LiveId" clId="{0A2444AE-7041-4093-9E27-311D6F89C555}" dt="2026-01-01T19:07:56.379" v="598" actId="14861"/>
        <pc:sldMkLst>
          <pc:docMk/>
          <pc:sldMk cId="2868561415" sldId="269"/>
        </pc:sldMkLst>
        <pc:spChg chg="mod">
          <ac:chgData name="pavan lade" userId="46f00533e237212e" providerId="LiveId" clId="{0A2444AE-7041-4093-9E27-311D6F89C555}" dt="2026-01-01T19:03:19.133" v="571" actId="1076"/>
          <ac:spMkLst>
            <pc:docMk/>
            <pc:sldMk cId="2868561415" sldId="269"/>
            <ac:spMk id="2" creationId="{8B9E10AA-34FE-4B66-0EB4-BDE4FBE120CE}"/>
          </ac:spMkLst>
        </pc:spChg>
        <pc:spChg chg="mod">
          <ac:chgData name="pavan lade" userId="46f00533e237212e" providerId="LiveId" clId="{0A2444AE-7041-4093-9E27-311D6F89C555}" dt="2026-01-01T19:07:48.798" v="597" actId="14861"/>
          <ac:spMkLst>
            <pc:docMk/>
            <pc:sldMk cId="2868561415" sldId="269"/>
            <ac:spMk id="3" creationId="{74ACEBA0-6A66-24BD-E75B-39E10F19B136}"/>
          </ac:spMkLst>
        </pc:spChg>
        <pc:spChg chg="add mod">
          <ac:chgData name="pavan lade" userId="46f00533e237212e" providerId="LiveId" clId="{0A2444AE-7041-4093-9E27-311D6F89C555}" dt="2026-01-01T19:07:56.379" v="598" actId="14861"/>
          <ac:spMkLst>
            <pc:docMk/>
            <pc:sldMk cId="2868561415" sldId="269"/>
            <ac:spMk id="4" creationId="{E8A51530-17D9-02BD-5018-6C0F662381CE}"/>
          </ac:spMkLst>
        </pc:spChg>
        <pc:spChg chg="add">
          <ac:chgData name="pavan lade" userId="46f00533e237212e" providerId="LiveId" clId="{0A2444AE-7041-4093-9E27-311D6F89C555}" dt="2026-01-01T19:04:33.679" v="579"/>
          <ac:spMkLst>
            <pc:docMk/>
            <pc:sldMk cId="2868561415" sldId="269"/>
            <ac:spMk id="5" creationId="{35DACBB5-CC2A-5BEE-7403-646B01B59274}"/>
          </ac:spMkLst>
        </pc:spChg>
        <pc:spChg chg="add mod">
          <ac:chgData name="pavan lade" userId="46f00533e237212e" providerId="LiveId" clId="{0A2444AE-7041-4093-9E27-311D6F89C555}" dt="2026-01-01T19:04:38.240" v="581"/>
          <ac:spMkLst>
            <pc:docMk/>
            <pc:sldMk cId="2868561415" sldId="269"/>
            <ac:spMk id="6" creationId="{334D7210-F80B-5337-D67A-D71BB236D1E6}"/>
          </ac:spMkLst>
        </pc:spChg>
      </pc:sldChg>
      <pc:sldChg chg="addSp delSp modSp add mod">
        <pc:chgData name="pavan lade" userId="46f00533e237212e" providerId="LiveId" clId="{0A2444AE-7041-4093-9E27-311D6F89C555}" dt="2026-01-01T19:12:43.257" v="646" actId="14861"/>
        <pc:sldMkLst>
          <pc:docMk/>
          <pc:sldMk cId="1367795608" sldId="270"/>
        </pc:sldMkLst>
        <pc:spChg chg="mod">
          <ac:chgData name="pavan lade" userId="46f00533e237212e" providerId="LiveId" clId="{0A2444AE-7041-4093-9E27-311D6F89C555}" dt="2026-01-01T19:11:22.420" v="634" actId="14100"/>
          <ac:spMkLst>
            <pc:docMk/>
            <pc:sldMk cId="1367795608" sldId="270"/>
            <ac:spMk id="2" creationId="{BB79270D-0384-8CCA-F5B5-1DF635F54C3D}"/>
          </ac:spMkLst>
        </pc:spChg>
        <pc:spChg chg="mod">
          <ac:chgData name="pavan lade" userId="46f00533e237212e" providerId="LiveId" clId="{0A2444AE-7041-4093-9E27-311D6F89C555}" dt="2026-01-01T19:11:02.882" v="632" actId="14100"/>
          <ac:spMkLst>
            <pc:docMk/>
            <pc:sldMk cId="1367795608" sldId="270"/>
            <ac:spMk id="3" creationId="{57B84A7C-6F70-FC1A-98E4-247238E7DF82}"/>
          </ac:spMkLst>
        </pc:spChg>
        <pc:spChg chg="del">
          <ac:chgData name="pavan lade" userId="46f00533e237212e" providerId="LiveId" clId="{0A2444AE-7041-4093-9E27-311D6F89C555}" dt="2026-01-01T19:09:31.156" v="613" actId="478"/>
          <ac:spMkLst>
            <pc:docMk/>
            <pc:sldMk cId="1367795608" sldId="270"/>
            <ac:spMk id="4" creationId="{CC86649C-7F2A-74E2-F428-E154FDCF5E0A}"/>
          </ac:spMkLst>
        </pc:spChg>
        <pc:spChg chg="add">
          <ac:chgData name="pavan lade" userId="46f00533e237212e" providerId="LiveId" clId="{0A2444AE-7041-4093-9E27-311D6F89C555}" dt="2026-01-01T19:09:53.920" v="615"/>
          <ac:spMkLst>
            <pc:docMk/>
            <pc:sldMk cId="1367795608" sldId="270"/>
            <ac:spMk id="5" creationId="{8E9081CB-53EB-77C6-A3AF-17CA7C47D51E}"/>
          </ac:spMkLst>
        </pc:spChg>
        <pc:spChg chg="add mod">
          <ac:chgData name="pavan lade" userId="46f00533e237212e" providerId="LiveId" clId="{0A2444AE-7041-4093-9E27-311D6F89C555}" dt="2026-01-01T19:12:43.257" v="646" actId="14861"/>
          <ac:spMkLst>
            <pc:docMk/>
            <pc:sldMk cId="1367795608" sldId="270"/>
            <ac:spMk id="7" creationId="{8783DDCF-FEC5-F328-551D-6D8F4EE3D625}"/>
          </ac:spMkLst>
        </pc:spChg>
      </pc:sldChg>
      <pc:sldChg chg="new del">
        <pc:chgData name="pavan lade" userId="46f00533e237212e" providerId="LiveId" clId="{0A2444AE-7041-4093-9E27-311D6F89C555}" dt="2026-01-01T19:08:47.274" v="601" actId="47"/>
        <pc:sldMkLst>
          <pc:docMk/>
          <pc:sldMk cId="1526732266" sldId="270"/>
        </pc:sldMkLst>
      </pc:sldChg>
      <pc:sldChg chg="addSp delSp modSp new del mod">
        <pc:chgData name="pavan lade" userId="46f00533e237212e" providerId="LiveId" clId="{0A2444AE-7041-4093-9E27-311D6F89C555}" dt="2026-01-01T19:10:28.912" v="625" actId="47"/>
        <pc:sldMkLst>
          <pc:docMk/>
          <pc:sldMk cId="2868274847" sldId="271"/>
        </pc:sldMkLst>
        <pc:spChg chg="del">
          <ac:chgData name="pavan lade" userId="46f00533e237212e" providerId="LiveId" clId="{0A2444AE-7041-4093-9E27-311D6F89C555}" dt="2026-01-01T19:10:01.996" v="617"/>
          <ac:spMkLst>
            <pc:docMk/>
            <pc:sldMk cId="2868274847" sldId="271"/>
            <ac:spMk id="3" creationId="{D68D2745-1E29-286A-521D-D14740DF7C37}"/>
          </ac:spMkLst>
        </pc:spChg>
        <pc:spChg chg="add mod">
          <ac:chgData name="pavan lade" userId="46f00533e237212e" providerId="LiveId" clId="{0A2444AE-7041-4093-9E27-311D6F89C555}" dt="2026-01-01T19:10:04.599" v="618" actId="21"/>
          <ac:spMkLst>
            <pc:docMk/>
            <pc:sldMk cId="2868274847" sldId="271"/>
            <ac:spMk id="4" creationId="{CDD17FB6-7403-B712-8E1F-E004E716D2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32607-2C0A-46A4-8540-044C023567A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0F85D-0AFE-411F-B8D7-CB610804F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0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0F85D-0AFE-411F-B8D7-CB610804F42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9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14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08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6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07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0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55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66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02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133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95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823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8984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681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8803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956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803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467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E682464-BF80-4C56-9B85-7C60E455567B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C9279C4-8785-4272-911F-456EC8B47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4044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2C63-8ECC-5E18-C1F4-0833BA4B2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372" y="341087"/>
            <a:ext cx="10007600" cy="301171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DDoS Attack Detection Using Machine Learning &amp; Traffic Flow Dashboard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A1529-C498-CE77-A9D3-2C8CBCF34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8"/>
            <a:ext cx="5868988" cy="815218"/>
          </a:xfrm>
        </p:spPr>
        <p:txBody>
          <a:bodyPr/>
          <a:lstStyle/>
          <a:p>
            <a:r>
              <a:rPr lang="en-US" b="1" dirty="0"/>
              <a:t>Network Traffic Classification &amp; Visualization Dashboard</a:t>
            </a:r>
            <a:endParaRPr lang="en-IN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CBDA5B0-7826-CCFD-5B2D-72E64C78ABC1}"/>
              </a:ext>
            </a:extLst>
          </p:cNvPr>
          <p:cNvSpPr txBox="1">
            <a:spLocks/>
          </p:cNvSpPr>
          <p:nvPr/>
        </p:nvSpPr>
        <p:spPr>
          <a:xfrm>
            <a:off x="415698" y="5629124"/>
            <a:ext cx="6400800" cy="19473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9DCFF8-95BB-B43D-0572-BC7A56D5C93B}"/>
              </a:ext>
            </a:extLst>
          </p:cNvPr>
          <p:cNvSpPr txBox="1"/>
          <p:nvPr/>
        </p:nvSpPr>
        <p:spPr>
          <a:xfrm>
            <a:off x="8354786" y="5700264"/>
            <a:ext cx="3552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Created by :- Pavan Lade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7029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F4CA-CDFE-D4DC-CC38-EFA697D1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94FA7B6-C2B3-B383-61A8-6292F59F41EF}"/>
              </a:ext>
            </a:extLst>
          </p:cNvPr>
          <p:cNvSpPr txBox="1">
            <a:spLocks/>
          </p:cNvSpPr>
          <p:nvPr/>
        </p:nvSpPr>
        <p:spPr>
          <a:xfrm>
            <a:off x="415698" y="5629124"/>
            <a:ext cx="6400800" cy="19473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b="1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D783757-B90F-F827-8EF5-EBF14A17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840" y="250370"/>
            <a:ext cx="8534400" cy="898677"/>
          </a:xfrm>
        </p:spPr>
        <p:txBody>
          <a:bodyPr/>
          <a:lstStyle/>
          <a:p>
            <a:pPr algn="ctr"/>
            <a:r>
              <a:rPr lang="en-IN" b="1" dirty="0"/>
              <a:t>INTRODUCTION / PROBLEM STATEMENT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B293E1-7A52-96EE-D16D-66FA8E366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497" y="1328057"/>
            <a:ext cx="6928532" cy="473891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/>
              <a:t>Introduction</a:t>
            </a:r>
            <a:endParaRPr lang="en-US" b="1" dirty="0"/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DDoS attacks disrupt network services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Traditional detection methods are rule-based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These methods fail against new attack patterns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Machine learning offers adaptive detection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High volume network traffic is hard to analyze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Attack traffic looks similar to normal traffic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Manual monitoring is time-consuming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Need an automated and intelligent solution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34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AC12-7696-6015-28A7-6895E1E9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152400"/>
            <a:ext cx="10566400" cy="662819"/>
          </a:xfrm>
        </p:spPr>
        <p:txBody>
          <a:bodyPr>
            <a:normAutofit/>
          </a:bodyPr>
          <a:lstStyle/>
          <a:p>
            <a:pPr algn="ctr"/>
            <a:r>
              <a:rPr lang="en-IN" sz="1800" b="1" dirty="0"/>
              <a:t>PROJECT OBJECTIVE / DATASET OVERVIEW / TOOLS &amp; TECHNOLOGIES /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15F24-4E02-6E84-C1A3-E4C2F5842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556" y="928915"/>
            <a:ext cx="5578702" cy="51525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Project Objective</a:t>
            </a:r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Detect DDoS attacks from network traffic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Classify traffic as Attack or Normal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Reduce false alarms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Visualize traffic behavior using a dashboard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Dataset Overview</a:t>
            </a:r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ISCX DDoS Network Traffic Dataset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Approximately 226,000 traffic flows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Real-world network traffic data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Contains normal and attack flows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C54BA8-C800-E6C0-AA69-3811A2ECEDB7}"/>
              </a:ext>
            </a:extLst>
          </p:cNvPr>
          <p:cNvSpPr txBox="1">
            <a:spLocks/>
          </p:cNvSpPr>
          <p:nvPr/>
        </p:nvSpPr>
        <p:spPr>
          <a:xfrm>
            <a:off x="6444344" y="928915"/>
            <a:ext cx="4773160" cy="5102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IN" b="1" dirty="0"/>
              <a:t>Tools and Technologies</a:t>
            </a:r>
          </a:p>
          <a:p>
            <a:r>
              <a:rPr lang="en-IN" b="1" dirty="0"/>
              <a:t>Content:</a:t>
            </a:r>
            <a:endParaRPr lang="en-IN" dirty="0"/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Python (Pandas, NumPy)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Scikit-learn,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XGBoost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SMOTE for class imbalance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Power BI for dashboard visualization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b="1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b="1" dirty="0"/>
              <a:t>Data Preprocessing</a:t>
            </a:r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Removed missing and infinite values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Cleaned column names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Encoded attack labels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Balanced training data using SMOTE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0862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4101-2A1A-A31B-9150-0D0C816A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29" y="147562"/>
            <a:ext cx="11357428" cy="556382"/>
          </a:xfrm>
        </p:spPr>
        <p:txBody>
          <a:bodyPr>
            <a:noAutofit/>
          </a:bodyPr>
          <a:lstStyle/>
          <a:p>
            <a:pPr algn="ctr"/>
            <a:r>
              <a:rPr lang="en-IN" sz="2000" b="1" dirty="0"/>
              <a:t>FEATURE ENGINEERING / MODEL BUILDING / ENSEMBLE LEARNING /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8926F-5C76-3B35-3B70-47C5E06A1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834572"/>
            <a:ext cx="4257903" cy="56097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Feature Engineering</a:t>
            </a:r>
          </a:p>
          <a:p>
            <a:r>
              <a:rPr lang="en-US" b="1" dirty="0"/>
              <a:t>Content: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Packets per second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Bytes per second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Forward to backward packet ratio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Flow duration-based metrics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Machine Learning Models</a:t>
            </a:r>
          </a:p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Decision Tree (baseline model)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Random Forest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Extra Trees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XGBoost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100" b="1" i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Highlight:</a:t>
            </a:r>
          </a:p>
          <a:p>
            <a:pPr marL="0" indent="0">
              <a:buNone/>
            </a:pPr>
            <a:r>
              <a:rPr lang="en-US" sz="2100" b="1" i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 Model : Soft Voting Ensemble</a:t>
            </a:r>
            <a:endParaRPr lang="en-IN" sz="2100" b="1" i="1" u="sng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7199B7-A5C0-4BEE-B56A-6C4AA48803B2}"/>
              </a:ext>
            </a:extLst>
          </p:cNvPr>
          <p:cNvSpPr txBox="1">
            <a:spLocks/>
          </p:cNvSpPr>
          <p:nvPr/>
        </p:nvSpPr>
        <p:spPr>
          <a:xfrm>
            <a:off x="5510211" y="942824"/>
            <a:ext cx="5440818" cy="5393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IN" sz="1800" b="1" dirty="0"/>
              <a:t>Ensemble Learning Approach</a:t>
            </a:r>
          </a:p>
          <a:p>
            <a:r>
              <a:rPr lang="en-IN" sz="1800" b="1" dirty="0"/>
              <a:t>Content:</a:t>
            </a:r>
            <a:endParaRPr lang="en-IN" sz="1800" dirty="0"/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Combines multiple ML models</a:t>
            </a: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Improves detection accuracy</a:t>
            </a: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Reduces false positives</a:t>
            </a: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More stable than single models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1800" b="1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1800" b="1" dirty="0"/>
              <a:t>Model Evaluation</a:t>
            </a:r>
          </a:p>
          <a:p>
            <a:r>
              <a:rPr lang="en-US" sz="1800" b="1" dirty="0"/>
              <a:t>Content:</a:t>
            </a:r>
          </a:p>
          <a:p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Precision, Recall, F1-score</a:t>
            </a:r>
          </a:p>
          <a:p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Confusion Matrix</a:t>
            </a:r>
          </a:p>
          <a:p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Strong performance in detecting attacks</a:t>
            </a:r>
          </a:p>
          <a:p>
            <a:r>
              <a:rPr lang="en-US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Ensemble outperformed individual models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8083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17DB1-60CF-2CC5-D4F0-9E98793D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A0B65B0-DEAF-7AF7-1863-39D2888C4E4F}"/>
              </a:ext>
            </a:extLst>
          </p:cNvPr>
          <p:cNvSpPr txBox="1">
            <a:spLocks/>
          </p:cNvSpPr>
          <p:nvPr/>
        </p:nvSpPr>
        <p:spPr>
          <a:xfrm>
            <a:off x="415698" y="5629124"/>
            <a:ext cx="6400800" cy="19473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 b="1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0A4D988-E345-6E05-CA6D-9A7E44D8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130628"/>
            <a:ext cx="10457970" cy="109113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Model Evaluation Results </a:t>
            </a:r>
            <a:br>
              <a:rPr lang="en-IN" sz="2800" dirty="0"/>
            </a:br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IN" sz="2000" u="sng" dirty="0">
                <a:solidFill>
                  <a:schemeClr val="bg2">
                    <a:lumMod val="50000"/>
                  </a:schemeClr>
                </a:solidFill>
              </a:rPr>
              <a:t>Confusion Matrix </a:t>
            </a:r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&amp; </a:t>
            </a:r>
            <a:r>
              <a:rPr lang="en-IN" sz="2000" u="sng" dirty="0">
                <a:solidFill>
                  <a:schemeClr val="bg2">
                    <a:lumMod val="50000"/>
                  </a:schemeClr>
                </a:solidFill>
              </a:rPr>
              <a:t>top 15 Feature Importance</a:t>
            </a:r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141836-3C55-5633-AA66-47816AA4DB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67" y="1671065"/>
            <a:ext cx="3945418" cy="44728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FDA072D-9478-A9E0-2ABA-55D57F268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003" y="1671065"/>
            <a:ext cx="7601030" cy="44418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68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4788C-4AAE-5ACA-87AC-C4F74FDE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37978-A007-7E78-CDE9-B00E8345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2" y="1"/>
            <a:ext cx="10999788" cy="515256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/>
              <a:t>DASHBOARD OVERVIEW - Traffic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321947-8AAC-21EB-363B-B0328AB805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101" y="879730"/>
            <a:ext cx="1052852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27CD4-2338-41F3-48D3-F1138A794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60" y="983215"/>
            <a:ext cx="971600" cy="5588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D27C8-FC9F-D76E-7536-779C0AE57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819" y="979587"/>
            <a:ext cx="990651" cy="5524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702539-7531-F86F-17AB-4FDF4E4AB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750" y="979587"/>
            <a:ext cx="997001" cy="5588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AFD013-031B-C125-453D-7161801EA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774" y="979680"/>
            <a:ext cx="939848" cy="552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1A8A54-DE6C-9FCF-2A87-0A767F58BA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0645" y="979587"/>
            <a:ext cx="958899" cy="552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279D410-E064-FAB4-1754-531714B7E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861" y="1972517"/>
            <a:ext cx="4956196" cy="35125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Content Placeholder 4">
            <a:extLst>
              <a:ext uri="{FF2B5EF4-FFF2-40B4-BE49-F238E27FC236}">
                <a16:creationId xmlns:a16="http://schemas.microsoft.com/office/drawing/2014/main" id="{C74FA894-7CB9-4147-9B2F-C9B418615E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972517"/>
            <a:ext cx="4453543" cy="35125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7309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F3B3-C6A7-A38E-14AF-AE9FC41F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71" y="0"/>
            <a:ext cx="11226637" cy="70152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/>
              <a:t> PACKET BEHAVIOR ANALYSIS / Destination port / FLOW DURATION ANALYSIS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98DB578-89FE-EFD2-1B7E-DCEACA83F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0671" y="1458685"/>
            <a:ext cx="2827987" cy="3950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718EC5-9353-BC88-3367-15FA13335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620" y="1458684"/>
            <a:ext cx="3648351" cy="40200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9460D7-3A0B-A33C-606B-168FBE1FE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1806" y="1458684"/>
            <a:ext cx="3238666" cy="2128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85460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4323-F8F7-9FFE-997E-03B9976D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247" y="0"/>
            <a:ext cx="8534400" cy="81066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/>
              <a:t>ATTACK TRAFFIC TREND / HIGH-RISK NETWORK FLOWS (Top 10)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7D6E72-E562-0E66-7E67-EAB5CC1D9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198" y="1114131"/>
            <a:ext cx="5370287" cy="49332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3B779D-5180-9667-97B4-AAD4247FB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84" y="1114131"/>
            <a:ext cx="5370287" cy="49332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05668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10AA-34FE-4B66-0EB4-BDE4FBE12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5" y="191958"/>
            <a:ext cx="9359153" cy="56876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bg2"/>
                </a:solidFill>
              </a:rPr>
              <a:t>BUSINESS IMPACT / FUTURE ENHANCEMENTS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CEBA0-6A66-24BD-E75B-39E10F19B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257" y="1438836"/>
            <a:ext cx="4441038" cy="36152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fontAlgn="base">
              <a:lnSpc>
                <a:spcPct val="80000"/>
              </a:lnSpc>
              <a:buNone/>
              <a:tabLst/>
            </a:pPr>
            <a:r>
              <a:rPr lang="en-IN" b="1" u="sng" dirty="0"/>
              <a:t>BUSINESS IMPACT</a:t>
            </a:r>
          </a:p>
          <a:p>
            <a:pPr marL="0" marR="0" lvl="0" indent="0" fontAlgn="base">
              <a:lnSpc>
                <a:spcPct val="80000"/>
              </a:lnSpc>
              <a:buNone/>
              <a:tabLst/>
            </a:pPr>
            <a:endParaRPr lang="en-US" altLang="en-US" b="1" u="sng" dirty="0"/>
          </a:p>
          <a:p>
            <a:pPr marR="0" lvl="0" fontAlgn="base">
              <a:lnSpc>
                <a:spcPct val="80000"/>
              </a:lnSpc>
              <a:buFont typeface="Wingdings" panose="05000000000000000000" pitchFamily="2" charset="2"/>
              <a:buChar char="§"/>
              <a:tabLst/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Early attack detection</a:t>
            </a:r>
          </a:p>
          <a:p>
            <a:pPr marR="0" lvl="0" fontAlgn="base">
              <a:lnSpc>
                <a:spcPct val="80000"/>
              </a:lnSpc>
              <a:buFont typeface="Wingdings" panose="05000000000000000000" pitchFamily="2" charset="2"/>
              <a:buChar char="§"/>
              <a:tabLst/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Reduced downtime</a:t>
            </a:r>
          </a:p>
          <a:p>
            <a:pPr marR="0" lvl="0" fontAlgn="base">
              <a:lnSpc>
                <a:spcPct val="80000"/>
              </a:lnSpc>
              <a:buFont typeface="Wingdings" panose="05000000000000000000" pitchFamily="2" charset="2"/>
              <a:buChar char="§"/>
              <a:tabLst/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Improved SOC visibility</a:t>
            </a:r>
          </a:p>
          <a:p>
            <a:pPr marR="0" lvl="0" fontAlgn="base">
              <a:lnSpc>
                <a:spcPct val="80000"/>
              </a:lnSpc>
              <a:buFont typeface="Wingdings" panose="05000000000000000000" pitchFamily="2" charset="2"/>
              <a:buChar char="§"/>
              <a:tabLst/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Faster response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51530-17D9-02BD-5018-6C0F662381CE}"/>
              </a:ext>
            </a:extLst>
          </p:cNvPr>
          <p:cNvSpPr txBox="1">
            <a:spLocks/>
          </p:cNvSpPr>
          <p:nvPr/>
        </p:nvSpPr>
        <p:spPr>
          <a:xfrm>
            <a:off x="5500820" y="960505"/>
            <a:ext cx="5418192" cy="41550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80000"/>
              </a:lnSpc>
              <a:buNone/>
            </a:pPr>
            <a:r>
              <a:rPr lang="en-IN" b="1" u="sng" dirty="0"/>
              <a:t>FUTURE ENHANCEMENTS</a:t>
            </a:r>
          </a:p>
          <a:p>
            <a:pPr marL="0" indent="0" fontAlgn="base">
              <a:lnSpc>
                <a:spcPct val="80000"/>
              </a:lnSpc>
              <a:buNone/>
            </a:pPr>
            <a:endParaRPr lang="en-IN" b="1" u="sng" dirty="0"/>
          </a:p>
          <a:p>
            <a:pPr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Explainable AI</a:t>
            </a:r>
          </a:p>
          <a:p>
            <a:pPr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Real-time traffic detection</a:t>
            </a:r>
          </a:p>
          <a:p>
            <a:pPr fontAlgn="base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Deployment using web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561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7747-4A1E-6A2C-0CAE-9E624A569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270D-0384-8CCA-F5B5-1DF635F5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06" y="345638"/>
            <a:ext cx="5240512" cy="707074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IN" b="1" i="1" u="sng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4A7C-6F70-FC1A-98E4-247238E7D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5" y="1469573"/>
            <a:ext cx="8621486" cy="36152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fontAlgn="base">
              <a:lnSpc>
                <a:spcPct val="80000"/>
              </a:lnSpc>
              <a:buNone/>
              <a:tabLst/>
            </a:pPr>
            <a:endParaRPr lang="en-US" altLang="en-US" b="1" u="sng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End-to-end DDoS detection system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Machine learning + visualization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Practical cybersecurity solution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3DDCF-FEC5-F328-551D-6D8F4EE3D625}"/>
              </a:ext>
            </a:extLst>
          </p:cNvPr>
          <p:cNvSpPr txBox="1"/>
          <p:nvPr/>
        </p:nvSpPr>
        <p:spPr>
          <a:xfrm>
            <a:off x="9445599" y="6089348"/>
            <a:ext cx="1819195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6779560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282</TotalTime>
  <Words>357</Words>
  <Application>Microsoft Office PowerPoint</Application>
  <PresentationFormat>Widescreen</PresentationFormat>
  <Paragraphs>114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Century Gothic</vt:lpstr>
      <vt:lpstr>Wingdings</vt:lpstr>
      <vt:lpstr>Wingdings 3</vt:lpstr>
      <vt:lpstr>Slice</vt:lpstr>
      <vt:lpstr>DDoS Attack Detection Using Machine Learning &amp; Traffic Flow Dashboard</vt:lpstr>
      <vt:lpstr>INTRODUCTION / PROBLEM STATEMENT</vt:lpstr>
      <vt:lpstr>PROJECT OBJECTIVE / DATASET OVERVIEW / TOOLS &amp; TECHNOLOGIES / DATA PREPROCESSING</vt:lpstr>
      <vt:lpstr>FEATURE ENGINEERING / MODEL BUILDING / ENSEMBLE LEARNING / MODEL EVALUATION</vt:lpstr>
      <vt:lpstr>Model Evaluation Results  (Confusion Matrix &amp; top 15 Feature Importance)</vt:lpstr>
      <vt:lpstr>DASHBOARD OVERVIEW - Traffic Summary</vt:lpstr>
      <vt:lpstr> PACKET BEHAVIOR ANALYSIS / Destination port / FLOW DURATION ANALYSIS</vt:lpstr>
      <vt:lpstr>ATTACK TRAFFIC TREND / HIGH-RISK NETWORK FLOWS (Top 10)</vt:lpstr>
      <vt:lpstr>BUSINESS IMPACT / 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lade</dc:creator>
  <cp:lastModifiedBy>pavan lade</cp:lastModifiedBy>
  <cp:revision>1</cp:revision>
  <dcterms:created xsi:type="dcterms:W3CDTF">2025-12-30T16:53:01Z</dcterms:created>
  <dcterms:modified xsi:type="dcterms:W3CDTF">2026-01-01T19:12:48Z</dcterms:modified>
</cp:coreProperties>
</file>